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B54D6FE-8D30-4502-8AC7-73B0436AD8D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65B62A88-F051-4920-B18F-142C7E170CEF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1" name=""/>
          <p:cNvGraphicFramePr/>
          <p:nvPr/>
        </p:nvGraphicFramePr>
        <p:xfrm>
          <a:off x="360000" y="360000"/>
          <a:ext cx="3815640" cy="1785960"/>
        </p:xfrm>
        <a:graphic>
          <a:graphicData uri="http://schemas.openxmlformats.org/drawingml/2006/table">
            <a:tbl>
              <a:tblPr/>
              <a:tblGrid>
                <a:gridCol w="3599640"/>
                <a:gridCol w="216000"/>
              </a:tblGrid>
              <a:tr h="1440000">
                <a:tc>
                  <a:txBody>
                    <a:bodyPr lIns="90000" tIns="45000" rIns="90000" bIns="45000" anchor="t">
                      <a:noAutofit/>
                    </a:bodyPr>
                    <a:p>
                      <a:pPr indent="0" algn="l">
                        <a:buNone/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R0C0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pPr indent="0" algn="l">
                        <a:buNone/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R0C1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</a:tr>
              <a:tr h="0">
                <a:tc>
                  <a:txBody>
                    <a:bodyPr lIns="90000" tIns="45000" rIns="90000" bIns="45000" anchor="t">
                      <a:noAutofit/>
                    </a:bodyPr>
                    <a:p>
                      <a:pPr indent="0" algn="l">
                        <a:buNone/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R1C0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pPr indent="0" algn="l">
                        <a:buNone/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R1C1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grpSp>
        <p:nvGrpSpPr>
          <p:cNvPr id="12" name=""/>
          <p:cNvGrpSpPr/>
          <p:nvPr/>
        </p:nvGrpSpPr>
        <p:grpSpPr>
          <a:xfrm>
            <a:off x="360000" y="2160000"/>
            <a:ext cx="1800000" cy="540000"/>
            <a:chOff x="360000" y="2160000"/>
            <a:chExt cx="1800000" cy="540000"/>
          </a:xfrm>
        </p:grpSpPr>
        <p:sp>
          <p:nvSpPr>
            <p:cNvPr id="13" name=""/>
            <p:cNvSpPr/>
            <p:nvPr/>
          </p:nvSpPr>
          <p:spPr>
            <a:xfrm>
              <a:off x="360000" y="2160000"/>
              <a:ext cx="720000" cy="540000"/>
            </a:xfrm>
            <a:prstGeom prst="rect">
              <a:avLst/>
            </a:prstGeom>
            <a:solidFill>
              <a:schemeClr val="accent1"/>
            </a:solidFill>
            <a:ln w="38160">
              <a:solidFill>
                <a:schemeClr val="accent1">
                  <a:lumMod val="75000"/>
                  <a:lumOff val="0"/>
                </a:schemeClr>
              </a:solidFill>
              <a:round/>
            </a:ln>
          </p:spPr>
          <p:txBody>
            <a:bodyPr lIns="90000" tIns="45000" rIns="90000" bIns="45000" anchor="ctr" anchorCtr="1">
              <a:noAutofit/>
            </a:bodyPr>
            <a:p>
              <a:pPr/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" name=""/>
            <p:cNvSpPr/>
            <p:nvPr/>
          </p:nvSpPr>
          <p:spPr>
            <a:xfrm>
              <a:off x="1440000" y="2160000"/>
              <a:ext cx="720000" cy="540000"/>
            </a:xfrm>
            <a:prstGeom prst="rect">
              <a:avLst/>
            </a:prstGeom>
            <a:solidFill>
              <a:schemeClr val="accent1"/>
            </a:solidFill>
            <a:ln w="38160">
              <a:solidFill>
                <a:schemeClr val="accent1">
                  <a:lumMod val="75000"/>
                  <a:lumOff val="0"/>
                </a:schemeClr>
              </a:solidFill>
              <a:round/>
            </a:ln>
          </p:spPr>
          <p:txBody>
            <a:bodyPr lIns="90000" tIns="45000" rIns="90000" bIns="45000" anchor="ctr" anchorCtr="1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LibreOffice/26.8.0.3$Linux_X86_64 LibreOffice_project/e34ffb33db0c92181c79084d759a90d6bf45d9b3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2026-10-15T06:55:24Z</dcterms:modified>
  <cp:revision>1</cp:revision>
  <dc:subject/>
  <dc:title/>
</cp:coreProperties>
</file>